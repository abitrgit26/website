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7685" y="1670025"/>
            <a:ext cx="5714480" cy="819083"/>
          </a:xfrm>
          <a:custGeom>
            <a:avLst/>
            <a:gdLst/>
            <a:ahLst/>
            <a:cxnLst/>
            <a:rect r="r" b="b" t="t" l="l"/>
            <a:pathLst>
              <a:path h="819083" w="5714480">
                <a:moveTo>
                  <a:pt x="0" y="0"/>
                </a:moveTo>
                <a:lnTo>
                  <a:pt x="5714480" y="0"/>
                </a:lnTo>
                <a:lnTo>
                  <a:pt x="5714480" y="819083"/>
                </a:lnTo>
                <a:lnTo>
                  <a:pt x="0" y="819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880" t="-287053" r="-21113" b="-30593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8562" y="4391025"/>
            <a:ext cx="15481719" cy="304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ID 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Name 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Leader Name 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Domain Chosen 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 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2270" y="2877497"/>
            <a:ext cx="3065674" cy="76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3"/>
              </a:lnSpc>
              <a:spcBef>
                <a:spcPct val="0"/>
              </a:spcBef>
            </a:pPr>
            <a:r>
              <a:rPr lang="en-US" sz="405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Details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75665"/>
            <a:ext cx="3302080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Analysis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39056"/>
            <a:ext cx="6362258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Proposed Solution &amp; Key Features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84143"/>
            <a:ext cx="612837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Technical app</a:t>
            </a: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roach &amp; Innovation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7361"/>
            <a:ext cx="4316849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mpact &amp; Future Scope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96445"/>
            <a:ext cx="14850453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Supporting Information(workflow, architecture, wireframes, research, references) - Optional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222894"/>
            <a:ext cx="16230600" cy="6522578"/>
            <a:chOff x="0" y="0"/>
            <a:chExt cx="4274726" cy="1717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17881"/>
            </a:xfrm>
            <a:custGeom>
              <a:avLst/>
              <a:gdLst/>
              <a:ahLst/>
              <a:cxnLst/>
              <a:rect r="r" b="b" t="t" l="l"/>
              <a:pathLst>
                <a:path h="1717881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93554"/>
                  </a:lnTo>
                  <a:cubicBezTo>
                    <a:pt x="4274726" y="1700006"/>
                    <a:pt x="4272163" y="1706193"/>
                    <a:pt x="4267601" y="1710755"/>
                  </a:cubicBezTo>
                  <a:cubicBezTo>
                    <a:pt x="4263039" y="1715318"/>
                    <a:pt x="4256851" y="1717881"/>
                    <a:pt x="4250399" y="1717881"/>
                  </a:cubicBezTo>
                  <a:lnTo>
                    <a:pt x="24327" y="1717881"/>
                  </a:lnTo>
                  <a:cubicBezTo>
                    <a:pt x="10891" y="1717881"/>
                    <a:pt x="0" y="1706989"/>
                    <a:pt x="0" y="169355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C8D1D9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1755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84026" y="152400"/>
            <a:ext cx="1175274" cy="1299138"/>
          </a:xfrm>
          <a:custGeom>
            <a:avLst/>
            <a:gdLst/>
            <a:ahLst/>
            <a:cxnLst/>
            <a:rect r="r" b="b" t="t" l="l"/>
            <a:pathLst>
              <a:path h="1299138" w="1175274">
                <a:moveTo>
                  <a:pt x="0" y="0"/>
                </a:moveTo>
                <a:lnTo>
                  <a:pt x="1175274" y="0"/>
                </a:lnTo>
                <a:lnTo>
                  <a:pt x="1175274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52400"/>
            <a:ext cx="1299725" cy="1299138"/>
          </a:xfrm>
          <a:custGeom>
            <a:avLst/>
            <a:gdLst/>
            <a:ahLst/>
            <a:cxnLst/>
            <a:rect r="r" b="b" t="t" l="l"/>
            <a:pathLst>
              <a:path h="1299138" w="1299725">
                <a:moveTo>
                  <a:pt x="0" y="0"/>
                </a:moveTo>
                <a:lnTo>
                  <a:pt x="1299725" y="0"/>
                </a:lnTo>
                <a:lnTo>
                  <a:pt x="1299725" y="1299138"/>
                </a:lnTo>
                <a:lnTo>
                  <a:pt x="0" y="1299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09592" y="0"/>
            <a:ext cx="9868815" cy="1451538"/>
          </a:xfrm>
          <a:custGeom>
            <a:avLst/>
            <a:gdLst/>
            <a:ahLst/>
            <a:cxnLst/>
            <a:rect r="r" b="b" t="t" l="l"/>
            <a:pathLst>
              <a:path h="1451538" w="9868815">
                <a:moveTo>
                  <a:pt x="0" y="0"/>
                </a:moveTo>
                <a:lnTo>
                  <a:pt x="9868816" y="0"/>
                </a:lnTo>
                <a:lnTo>
                  <a:pt x="9868816" y="1451538"/>
                </a:lnTo>
                <a:lnTo>
                  <a:pt x="0" y="1451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3500" y="2456084"/>
            <a:ext cx="15641667" cy="587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IMPORTANT POINTERS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Please ensure the below pointers are met while submitting the Idea PPT: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Keep the maximum slides limit up to six (6), including the title slide.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Avoid lengthy paragraphs and use concise points, diagrams, workflows, infographics or relevant visuals.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 Keep the explanation precise, clear and easy to understand.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 Clearly highlight the problem, proposed solution, key features and innovation/USP.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5. Mention the technology stack, target users, impact and future scope wherever applicable.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 Ensure the idea is original, feasible and practically implementable.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7. Follow the prescribed PPT template and formatting guidelines.</a:t>
            </a:r>
          </a:p>
          <a:p>
            <a:pPr algn="l">
              <a:lnSpc>
                <a:spcPts val="3859"/>
              </a:lnSpc>
              <a:spcBef>
                <a:spcPct val="0"/>
              </a:spcBef>
            </a:pPr>
          </a:p>
          <a:p>
            <a:pPr algn="l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🔴</a:t>
            </a:r>
            <a:r>
              <a:rPr lang="en-US" sz="2756">
                <a:solidFill>
                  <a:srgbClr val="FF3A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756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Note – Please remove/delete this “Important Pointers” slide before submitting the final PPT.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DAHU5g2efoE</dc:identifier>
  <dcterms:modified xsi:type="dcterms:W3CDTF">2011-08-01T06:04:30Z</dcterms:modified>
  <cp:revision>1</cp:revision>
  <dc:title>Main Codeastra 2.0 PPT</dc:title>
</cp:coreProperties>
</file>